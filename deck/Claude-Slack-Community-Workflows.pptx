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1 (Title)
Timing: 30–60 seconds max for intro.
Welcome everyone. Mention this came directly from the Slack thread Henry posted.
Say: 'We had clear interest, so let's spend a short time exploring together — no hype, just practical patterns we can actually use.'
Point to the timing so people know what to expect.
Transition: 'Let's start with where the idea came from…'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2
Timing: 60–75 seconds.
Read Henry's original question briefly.
Point to each reply: 'Stephen said run it, Nick wanted a demo, Diego offered to share WordPress workflows, Michael said yes please.'
Say: 'This isn't something imposed from outside. It came from inside the cohort. That's why we're keeping it grounded and practical.'
Transition: 'So what is the actual idea here?'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3
Timing: 60–75 seconds.
Key line: 'The difference isn't better prompts alone — it's feeding the AI the actual shared conversation instead of starting from zero every time.'
Emphasize: you are still the one deciding what context to share and what to do with the output.
Transition: 'What kinds of community work does this actually help with?'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4
Timing: ~75 seconds. Don't read every card.
Pick 2-3 to highlight quickly: 'For example, instead of everyone scrolling back through 60 messages, we get a clean capture of decisions and actions.'
Say the key qualifier: 'All of these still have a human deciding what to keep and how to phrase the final version.'
Transition: 'Before we look at examples, let's be explicit about what this is not.'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5
Timing: ~60 seconds. Read the four 'nots' quickly.
Pause on the last one: 'It doesn't have memory. Every time you want it to be useful you give it the relevant pieces.'
Point to the good/risky example: 'This distinction matters. We want the helpful side without creeping into the risky side.'
Transition: 'Let's look at a concrete example of turning a messy thread into something useful.'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6 (Demo 1)
Timing: This is the start of the 5 min demo block.
Live action: Open Claude (or your tool), paste the fictional thread (or a real public one if you have permission), use a prompt close to the one shown.
Walk through the output: 'See how it pulled decisions, left questions open, and assigned next actions with names?'
Say: 'I didn't ask it to be clever. I gave it the context and told it the shape I wanted.'
Transition: 'What if we want to turn the discussion itself into something reusable?'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7 (Demo 2)
Live: Take the same thread or a different one and ask Claude to 'extract a reusable prompt template for the next person who runs this kind of thing.'
Highlight that the output is not 'the answer' — it's a starting scaffold that the next human improves.
Say: 'This is how we slowly build a small library of cohort-specific prompts without a lot of ceremony.'
Transition: 'What about turning a discussion into a suggested automation?'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8 (Demo 3)
Live demo idea: Ask Claude 'Looking at this thread, suggest a very lightweight automation that could help future organizers without taking over any posting.'
Emphasize the 'human in the loop' part heavily.
Say: 'The value here is speed of drafting + consistency of structure. The human still owns voice and accuracy.'
Transition: 'All three demos used the same basic pattern. Let's name it.'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9
This is the 'pattern' slide. Spend a bit more time here (60–90 sec).
Walk the flow left to right: 'Context first, then you tell it the goal and the shape, it gives structured output, you review, then you share something useful.'
Point to the template: 'This is the one I use most often. I copy it into a note and fill in the brackets. The review line at the bottom is important — it reminds me (and anyone who sees it) that a human touched it.'
Transition: 'Diego offered to share how this shows up in WordPress work...'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10
This is the handoff / placeholder slide.
Say: 'Diego offered this in the original thread. If he's here today, we'll pass the mic. If not, we have a short recording or he can share later in the thread.'
Do not over-specify what he will show — keep it open and respectful.
Transition after his segment: 'Thanks Diego. Let's talk about doing this responsibly...'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11
Timing: 45–60 seconds. This slide is serious but not heavy.
Read the four points briefly.
Add: 'The easiest way to lose trust is to make it look like the AI is speaking for the group or that private conversations are being mined.'
Transition: 'Let's make this real with a short activity.'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SLIDE 12
Timing: 5 min practice + 3 min discussion.
Instructions: 'Take 5 minutes now. Use the template or just the spirit of it. You can work alone or in pairs. Pick something real or make one up.'
After: Quick round of shares — 2-3 people max. 'What workflow did you pick? What shape did your output take?'
Close: Thank people. Remind them the thread is the place to continue. Mention Diego's segment if not yet done.
End on: 'The point isn't perfect automation. It's making the conversations we already have a little more useful to more people, with a human still in charge.'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Slack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AI Workflows for Community Teams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lesson and live demo grown from our Slack thread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645920" cy="54864"/>
          </a:xfrm>
          <a:prstGeom prst="rect">
            <a:avLst/>
          </a:prstGeom>
          <a:solidFill>
            <a:srgbClr val="C29A44"/>
          </a:solidFill>
          <a:ln w="12700">
            <a:solidFill>
              <a:srgbClr val="C29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8404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5EFE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~15 minutes  </a:t>
            </a:r>
            <a:pPr indent="0" marL="0">
              <a:buNone/>
            </a:pPr>
            <a:r>
              <a:rPr lang="en-US" sz="14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min intro  • 5 min demos  • 5 min practice  • 3 min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learning cohort • Peer-to-peer, practical, exploratory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lesson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started with a simple question in our channel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5EFE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Henry:  </a:t>
            </a:r>
            <a:pPr indent="0" marL="0">
              <a:buNone/>
            </a:pPr>
            <a:r>
              <a:rPr lang="en-US" sz="14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interested in a short lesson on how Claude can work with communication tools like Slack? Using shared context, prompts, summaries, and lightweight automations for community workflows."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5EFE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Stephen:  </a:t>
            </a:r>
            <a:pPr indent="0" marL="0">
              <a:buNone/>
            </a:pPr>
            <a:r>
              <a:rPr lang="en-US" sz="13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“Interested. Run it.”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237744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5EF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060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2560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Nickholas:  </a:t>
            </a:r>
            <a:pPr indent="0" marL="0">
              <a:buNone/>
            </a:pPr>
            <a:r>
              <a:rPr lang="en-US" sz="13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“Would love a demo.”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5EFE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Diego:  </a:t>
            </a:r>
            <a:pPr indent="0" marL="0">
              <a:buNone/>
            </a:pPr>
            <a:r>
              <a:rPr lang="en-US" sz="13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can add how I use chat + Claude with WordPress.”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63440" y="342900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5EFE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5760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Michael:  </a:t>
            </a:r>
            <a:pPr indent="0" marL="0">
              <a:buNone/>
            </a:pPr>
            <a:r>
              <a:rPr lang="en-US" sz="13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“Yes, please.”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most when it works with shared context — not isolated one-off prompts.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F5EFE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prompt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this thread for me."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often generic.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tone, history, who said what, what matters to the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F5EFE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600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+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thread + state the goal, constraints, and desired shape of the output.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8803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becomes useful to the actual group.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 of what gets shared.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2E4A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074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isn't the model. It's the context you choose to give it + the review you keep.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workflow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repeatable places where a bit of shared context + Claude saves time and keeps things clear.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904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summaries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1965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back-and-forth → decisions, open questions, next actions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904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Catch-up recaps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93592" y="1965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a week? Quick digest of the important bits.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904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82512" y="1965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discussions into a lightweight shared record.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18211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/ event prep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04672" y="36576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agendas, facilitation guides, or pre-reads from prior notes.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4290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18211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reuse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93592" y="36576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 good prompt once, reuse and adapt it.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18211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checks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82512" y="36576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Reminders, status nudges, or draft replies — always with human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5EFE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2412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241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people — community still runs on humans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572768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5EFE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824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Auto-posting without review — every draft is edited by a person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231136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5EFE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40864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3408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— we only use public channels and explicit consent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2889504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F5EFE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9923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2999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shared memory — AI forgets everything between sessions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use vs risky use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397764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069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summary of a public planning thread. Post it with "Here's a quick capture — please add anything I missed."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709160" y="397764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148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4069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Auto-replying in channels or summarizing private DMs without asking the people involved.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 messy thread into decisions +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Slack thread (fictional)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61872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F5EFE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07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want to do a skill-share session next month? 3–4 people, 10 min each?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E8E0D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83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in. I can share my prompt library for research.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F5EFE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2585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 Should we also do an async version for people who can't join live?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88336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E8E0D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340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show some Claude + WordPress stuff if that fits.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63824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F5EFE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095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please. I need better ideas for onboarding new cohort members.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3840480" cy="438912"/>
          </a:xfrm>
          <a:prstGeom prst="roundRect">
            <a:avLst>
              <a:gd name="adj" fmla="val 8333"/>
            </a:avLst>
          </a:prstGeom>
          <a:solidFill>
            <a:srgbClr val="E8E0D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85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Henry: </a:t>
            </a:r>
            <a:pPr indent="0" marL="0">
              <a:buNone/>
            </a:pPr>
            <a:r>
              <a:rPr lang="en-US" sz="10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Great. Live or recorded? Date ideas? Let's lock something in this week.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output (structured)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716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a skill-share session in the next 3 weeks
• 3–4 short shares, mix of live + async option
</a:t>
            </a:r>
            <a:pPr indent="0" marL="0">
              <a:buNone/>
            </a:pPr>
            <a:r>
              <a:rPr lang="en-US" sz="11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Open questions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only or also recorded/pre-recorded?
• Exact date and time
</a:t>
            </a:r>
            <a:pPr indent="0" marL="0">
              <a:buNone/>
            </a:pPr>
            <a:r>
              <a:rPr lang="en-US" sz="11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Next actions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Henry: post a poll for dates this week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Diego: outline the WP segment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Stephen: prep prompt library share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Everyone: suggest other topics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822960"/>
          </a:xfrm>
          <a:prstGeom prst="roundRect">
            <a:avLst>
              <a:gd name="adj" fmla="val 6667"/>
            </a:avLst>
          </a:prstGeom>
          <a:solidFill>
            <a:srgbClr val="EDE6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used (concise version):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708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cohort facilitator. Summarize the thread into: 1. Decisions 2. Open questions 3. Next actions (with owners). Keep bullets short and actionable. Note who raised what when useful.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discussion into a reusable prompt or facilitation guide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F5EFE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thread...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mentioned wanting better onboarding, prompt libraries, and WP examples.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asked for an async option.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wants short, practical shares.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01168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10515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EFE1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facilitation starter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74920" y="14173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 future skill-share organizers: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helping plan a 45-min cohort skill share. Suggest 3-4 topics based on recent discussion. Include one async option. Keep each slot to 8-10 min. List who might be good to invite and why."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F5EFE1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useful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starting from a blank page every time someone wants to run a similar session, the group now has a living starter prompt. It encodes what the cohort actually cares about (short, practical, mix of live + async, relevant topics). Next organizer just adds fresh context.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lightweight automation idea — with human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1554480"/>
          </a:xfrm>
          <a:prstGeom prst="roundRect">
            <a:avLst>
              <a:gd name="adj" fmla="val 4706"/>
            </a:avLst>
          </a:prstGeom>
          <a:solidFill>
            <a:srgbClr val="F5EFE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(proposed by Claude after seeing the thread)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skill-share thread wraps up, suggest a short recap message that the organizer can post. Include: 1) 2-3 key takeaways from each share 2) Links or resources mentioned 3) Next date poll. The organizer pastes the thread, gets a draft, edits, and posts.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2E4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Always: Human reviews, edits, and posts. The automation only proposes.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lightweight and safe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788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runs when a human triggers it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1788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draft, never auto-published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628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ignore or heavily rewrite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56285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 or channel posting rights needed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context pattern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05840" y="777240"/>
            <a:ext cx="475488" cy="475488"/>
          </a:xfrm>
          <a:prstGeom prst="ellipse">
            <a:avLst/>
          </a:prstGeom>
          <a:solidFill>
            <a:srgbClr val="2E4A3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04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5EFE1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3898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relevant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or notes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169164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24912" y="777240"/>
            <a:ext cx="475488" cy="475488"/>
          </a:xfrm>
          <a:prstGeom prst="ellipse">
            <a:avLst/>
          </a:prstGeom>
          <a:solidFill>
            <a:srgbClr val="2E4A3A"/>
          </a:solidFill>
          <a:ln/>
        </p:spPr>
      </p:sp>
      <p:sp>
        <p:nvSpPr>
          <p:cNvPr id="10" name="Text 7"/>
          <p:cNvSpPr/>
          <p:nvPr/>
        </p:nvSpPr>
        <p:spPr>
          <a:xfrm>
            <a:off x="2724912" y="804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21992" y="132588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5EFE1"/>
          </a:solidFill>
          <a:ln/>
        </p:spPr>
      </p:sp>
      <p:sp>
        <p:nvSpPr>
          <p:cNvPr id="12" name="Text 9"/>
          <p:cNvSpPr/>
          <p:nvPr/>
        </p:nvSpPr>
        <p:spPr>
          <a:xfrm>
            <a:off x="2295144" y="13898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pattern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95144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+ constraints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output shape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691640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43984" y="777240"/>
            <a:ext cx="475488" cy="475488"/>
          </a:xfrm>
          <a:prstGeom prst="ellipse">
            <a:avLst/>
          </a:prstGeom>
          <a:solidFill>
            <a:srgbClr val="2E4A3A"/>
          </a:solidFill>
          <a:ln/>
        </p:spPr>
      </p:sp>
      <p:sp>
        <p:nvSpPr>
          <p:cNvPr id="16" name="Text 12"/>
          <p:cNvSpPr/>
          <p:nvPr/>
        </p:nvSpPr>
        <p:spPr>
          <a:xfrm>
            <a:off x="4443984" y="804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941064" y="132588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5EFE1"/>
          </a:solidFill>
          <a:ln/>
        </p:spPr>
      </p:sp>
      <p:sp>
        <p:nvSpPr>
          <p:cNvPr id="18" name="Text 14"/>
          <p:cNvSpPr/>
          <p:nvPr/>
        </p:nvSpPr>
        <p:spPr>
          <a:xfrm>
            <a:off x="4014216" y="13898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14216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Decisions, actions,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guide, draft...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691640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63056" y="777240"/>
            <a:ext cx="475488" cy="475488"/>
          </a:xfrm>
          <a:prstGeom prst="ellipse">
            <a:avLst/>
          </a:prstGeom>
          <a:solidFill>
            <a:srgbClr val="2E4A3A"/>
          </a:solidFill>
          <a:ln/>
        </p:spPr>
      </p:sp>
      <p:sp>
        <p:nvSpPr>
          <p:cNvPr id="22" name="Text 17"/>
          <p:cNvSpPr/>
          <p:nvPr/>
        </p:nvSpPr>
        <p:spPr>
          <a:xfrm>
            <a:off x="6163056" y="804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660136" y="132588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5EFE1"/>
          </a:solidFill>
          <a:ln/>
        </p:spPr>
      </p:sp>
      <p:sp>
        <p:nvSpPr>
          <p:cNvPr id="24" name="Text 19"/>
          <p:cNvSpPr/>
          <p:nvPr/>
        </p:nvSpPr>
        <p:spPr>
          <a:xfrm>
            <a:off x="5733288" y="13898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733288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Edit, add nuance,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accuracy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1691640"/>
            <a:ext cx="201168" cy="20116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882128" y="777240"/>
            <a:ext cx="475488" cy="475488"/>
          </a:xfrm>
          <a:prstGeom prst="ellipse">
            <a:avLst/>
          </a:prstGeom>
          <a:solidFill>
            <a:srgbClr val="C29A44"/>
          </a:solidFill>
          <a:ln/>
        </p:spPr>
      </p:sp>
      <p:sp>
        <p:nvSpPr>
          <p:cNvPr id="28" name="Text 22"/>
          <p:cNvSpPr/>
          <p:nvPr/>
        </p:nvSpPr>
        <p:spPr>
          <a:xfrm>
            <a:off x="7882128" y="804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379208" y="132588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5EFE1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13898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artifact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452360" y="1719072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Post, save,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it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prompt template (copy this)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40080" y="2834640"/>
            <a:ext cx="7863840" cy="2103120"/>
          </a:xfrm>
          <a:prstGeom prst="roundRect">
            <a:avLst>
              <a:gd name="adj" fmla="val 3478"/>
            </a:avLst>
          </a:prstGeom>
          <a:solidFill>
            <a:srgbClr val="EDE6D8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292608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[Paste the relevant public thread, notes, or prior messages]
</a:t>
            </a:r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[What should this help us achieve? e.g. "Capture decisions and actions so people who missed it can stay in sync"]
</a:t>
            </a:r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[Tone, length, audience. e.g. "Friendly cohort voice. Under 250 words for summaries. Keep names when actions are assigned."]
</a:t>
            </a:r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[Bullets / sections / markdown table etc.]
</a:t>
            </a:r>
            <a:pPr indent="0" marL="0">
              <a:buNone/>
            </a:pPr>
            <a:r>
              <a:rPr lang="en-US" sz="1150" b="1" dirty="0">
                <a:solidFill>
                  <a:srgbClr val="2E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step: </a:t>
            </a:r>
            <a:pPr indent="0" marL="0">
              <a:buNone/>
            </a:pPr>
            <a:r>
              <a:rPr lang="en-US" sz="1150" dirty="0">
                <a:solidFill>
                  <a:srgbClr val="1B23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read, edit for accuracy and voice, then share. I will note that this is a starting point.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companion segment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3291840"/>
          </a:xfrm>
          <a:prstGeom prst="roundRect">
            <a:avLst>
              <a:gd name="adj" fmla="val 2778"/>
            </a:avLst>
          </a:prstGeom>
          <a:solidFill>
            <a:srgbClr val="F5EFE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Cusatis offered to share a short companion walkthrough.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 combines chat + Claude + WordPress for community and content workflows.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E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areas (examples he might cover):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450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or refining posts and documentation with real site context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529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346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support or forum threads into pattern or FAQ improvements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3697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2186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chat history + Claude to explore plugin or theme ideas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2102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027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content workflows that stay grounded in actual WordPress work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14400" y="39776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hand over time during the session for Diego (or a recording of his segment).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etiquette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rules that keep trust intact in a community setting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90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first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18288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summarizing or quoting a thread that includes other people's words.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990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public channels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9472" y="18288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very cautious with DMs and private groups. Default to no.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6517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8163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clarity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" y="3246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back or name the thread when you share a summary. Give credit.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26517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5EFE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8163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sharing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9472" y="3246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 raw AI output as the voice of the group. Edit first.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activity +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7863840" cy="1737360"/>
          </a:xfrm>
          <a:prstGeom prst="roundRect">
            <a:avLst>
              <a:gd name="adj" fmla="val 4211"/>
            </a:avLst>
          </a:prstGeom>
          <a:solidFill>
            <a:srgbClr val="F5EFE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small group / individual practice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real or fictional workflow from your community life.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one of these using the pattern: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clean summary (decisions / questions / actions)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reusable prompt or facilitation starter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lightweight automation idea that includes a clear human review step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one takeaway or example in the thread afterward.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today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992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pattern on one small thing this week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4670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 prompt or summary that worked (or didn't) in the thread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941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667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interested, follow up with Diego on the WP side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1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4014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keep iterating together — this is not a finished product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40080" y="4434840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E4A3A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today: 2 min intro • 5 min demos • 5 min practice • 3 min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+ Slack: Practical AI Workflows for Community Teams</dc:title>
  <dc:subject>Short lesson for learning cohort</dc:subject>
  <dc:creator>Henry Perkins / Cohort</dc:creator>
  <cp:lastModifiedBy>Henry Perkins / Cohort</cp:lastModifiedBy>
  <cp:revision>1</cp:revision>
  <dcterms:created xsi:type="dcterms:W3CDTF">2026-06-22T23:27:00Z</dcterms:created>
  <dcterms:modified xsi:type="dcterms:W3CDTF">2026-06-22T23:27:00Z</dcterms:modified>
</cp:coreProperties>
</file>